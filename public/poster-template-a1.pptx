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handoutMasterIdLst>
    <p:handoutMasterId r:id="rId3"/>
  </p:handout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349"/>
    <p:restoredTop sz="96296"/>
  </p:normalViewPr>
  <p:slideViewPr>
    <p:cSldViewPr snapToGrid="0">
      <p:cViewPr>
        <p:scale>
          <a:sx n="25" d="100"/>
          <a:sy n="25" d="100"/>
        </p:scale>
        <p:origin x="5619" y="5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4937D2C1-854F-605D-1EF7-A1DC8885EA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D86F6CB-3836-440D-B930-106EDBE89C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45B95-3A02-1C43-8649-AD475851E14A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09041C1-0E52-F1E3-6368-685C025409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550A659-717C-F575-5488-4D6C3CD483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B83C4-1336-EB4B-9E06-86122B7F06F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02955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8288E-BE86-8841-B117-A8F299265F79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DE75-DDC3-D142-BEFE-B26A6087CA2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8171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8288E-BE86-8841-B117-A8F299265F79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DE75-DDC3-D142-BEFE-B26A6087CA2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604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8288E-BE86-8841-B117-A8F299265F79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DE75-DDC3-D142-BEFE-B26A6087CA2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09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8288E-BE86-8841-B117-A8F299265F79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DE75-DDC3-D142-BEFE-B26A6087CA2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2157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8288E-BE86-8841-B117-A8F299265F79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DE75-DDC3-D142-BEFE-B26A6087CA2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4876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8288E-BE86-8841-B117-A8F299265F79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DE75-DDC3-D142-BEFE-B26A6087CA2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329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8288E-BE86-8841-B117-A8F299265F79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DE75-DDC3-D142-BEFE-B26A6087CA2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309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8288E-BE86-8841-B117-A8F299265F79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DE75-DDC3-D142-BEFE-B26A6087CA2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763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8288E-BE86-8841-B117-A8F299265F79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DE75-DDC3-D142-BEFE-B26A6087CA2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384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8288E-BE86-8841-B117-A8F299265F79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DE75-DDC3-D142-BEFE-B26A6087CA2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31251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8288E-BE86-8841-B117-A8F299265F79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DE75-DDC3-D142-BEFE-B26A6087CA2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726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>
            <a:extLst>
              <a:ext uri="{FF2B5EF4-FFF2-40B4-BE49-F238E27FC236}">
                <a16:creationId xmlns:a16="http://schemas.microsoft.com/office/drawing/2014/main" id="{CB77CFD8-B14D-6B02-9ED8-ABFF00BFD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9428" y="243734"/>
            <a:ext cx="3017597" cy="2715104"/>
          </a:xfrm>
          <a:prstGeom prst="rect">
            <a:avLst/>
          </a:prstGeom>
        </p:spPr>
      </p:pic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FEE85AB6-2762-E21F-8199-69795329E82A}"/>
              </a:ext>
            </a:extLst>
          </p:cNvPr>
          <p:cNvCxnSpPr>
            <a:cxnSpLocks/>
          </p:cNvCxnSpPr>
          <p:nvPr userDrawn="1"/>
        </p:nvCxnSpPr>
        <p:spPr>
          <a:xfrm>
            <a:off x="0" y="3344433"/>
            <a:ext cx="21383625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E6D207B9-3598-50A5-5E6F-D381BC4E3D71}"/>
              </a:ext>
            </a:extLst>
          </p:cNvPr>
          <p:cNvCxnSpPr>
            <a:cxnSpLocks/>
          </p:cNvCxnSpPr>
          <p:nvPr userDrawn="1"/>
        </p:nvCxnSpPr>
        <p:spPr>
          <a:xfrm>
            <a:off x="0" y="3560203"/>
            <a:ext cx="21383625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EDB0DDE1-A8E8-D7EF-4711-68F022847E48}"/>
              </a:ext>
            </a:extLst>
          </p:cNvPr>
          <p:cNvCxnSpPr>
            <a:cxnSpLocks/>
          </p:cNvCxnSpPr>
          <p:nvPr userDrawn="1"/>
        </p:nvCxnSpPr>
        <p:spPr>
          <a:xfrm>
            <a:off x="0" y="3128663"/>
            <a:ext cx="21383625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17">
            <a:extLst>
              <a:ext uri="{FF2B5EF4-FFF2-40B4-BE49-F238E27FC236}">
                <a16:creationId xmlns:a16="http://schemas.microsoft.com/office/drawing/2014/main" id="{9C68EEAB-3977-2441-AA3A-79BEA529066E}"/>
              </a:ext>
            </a:extLst>
          </p:cNvPr>
          <p:cNvCxnSpPr>
            <a:cxnSpLocks/>
          </p:cNvCxnSpPr>
          <p:nvPr userDrawn="1"/>
        </p:nvCxnSpPr>
        <p:spPr>
          <a:xfrm>
            <a:off x="-53886" y="28060644"/>
            <a:ext cx="21383625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F705341F-3C87-5D00-55CB-79D707D7CF75}"/>
              </a:ext>
            </a:extLst>
          </p:cNvPr>
          <p:cNvCxnSpPr/>
          <p:nvPr userDrawn="1"/>
        </p:nvCxnSpPr>
        <p:spPr>
          <a:xfrm>
            <a:off x="28289970" y="17153707"/>
            <a:ext cx="1293256" cy="1294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516D6EE5-4E97-9105-4BE8-D5345632286E}"/>
              </a:ext>
            </a:extLst>
          </p:cNvPr>
          <p:cNvSpPr txBox="1">
            <a:spLocks/>
          </p:cNvSpPr>
          <p:nvPr userDrawn="1"/>
        </p:nvSpPr>
        <p:spPr>
          <a:xfrm>
            <a:off x="2717735" y="658238"/>
            <a:ext cx="18665890" cy="2038882"/>
          </a:xfrm>
          <a:prstGeom prst="rect">
            <a:avLst/>
          </a:prstGeom>
        </p:spPr>
        <p:txBody>
          <a:bodyPr vert="horz" lIns="129326" tIns="64663" rIns="129326" bIns="64663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b="1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l-PL" sz="594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            US – POLAND</a:t>
            </a:r>
          </a:p>
          <a:p>
            <a:pPr algn="ctr"/>
            <a:r>
              <a:rPr lang="pl-PL" sz="594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SCIENCE AND TECHNOLOGY SYMPOSIUM 2026</a:t>
            </a:r>
          </a:p>
        </p:txBody>
      </p:sp>
      <p:sp>
        <p:nvSpPr>
          <p:cNvPr id="2" name="pole tekstowe 27">
            <a:extLst>
              <a:ext uri="{FF2B5EF4-FFF2-40B4-BE49-F238E27FC236}">
                <a16:creationId xmlns:a16="http://schemas.microsoft.com/office/drawing/2014/main" id="{1692031C-AD3D-DDC1-4D9D-840E4762E968}"/>
              </a:ext>
            </a:extLst>
          </p:cNvPr>
          <p:cNvSpPr txBox="1"/>
          <p:nvPr userDrawn="1"/>
        </p:nvSpPr>
        <p:spPr>
          <a:xfrm>
            <a:off x="18373966" y="25643131"/>
            <a:ext cx="23771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2800" b="1" dirty="0">
                <a:solidFill>
                  <a:srgbClr val="C00000"/>
                </a:solidFill>
              </a:rPr>
              <a:t>Project QR </a:t>
            </a:r>
            <a:r>
              <a:rPr lang="pl-PL" sz="2800" b="1" dirty="0" err="1">
                <a:solidFill>
                  <a:srgbClr val="C00000"/>
                </a:solidFill>
              </a:rPr>
              <a:t>Code</a:t>
            </a:r>
            <a:br>
              <a:rPr lang="pl-PL" sz="2800" b="1" dirty="0">
                <a:solidFill>
                  <a:srgbClr val="C00000"/>
                </a:solidFill>
              </a:rPr>
            </a:br>
            <a:r>
              <a:rPr lang="pl-PL" sz="2800" b="1" dirty="0">
                <a:solidFill>
                  <a:srgbClr val="C00000"/>
                </a:solidFill>
              </a:rPr>
              <a:t> </a:t>
            </a:r>
            <a:r>
              <a:rPr lang="pl-PL" sz="2800" b="1" dirty="0">
                <a:solidFill>
                  <a:srgbClr val="0070C0"/>
                </a:solidFill>
              </a:rPr>
              <a:t>(</a:t>
            </a:r>
            <a:r>
              <a:rPr lang="pl-PL" sz="2800" b="1" dirty="0" err="1">
                <a:solidFill>
                  <a:srgbClr val="0070C0"/>
                </a:solidFill>
              </a:rPr>
              <a:t>contacts</a:t>
            </a:r>
            <a:r>
              <a:rPr lang="pl-PL" sz="2800" b="1" dirty="0">
                <a:solidFill>
                  <a:srgbClr val="0070C0"/>
                </a:solidFill>
              </a:rPr>
              <a:t>, video, etc.)</a:t>
            </a:r>
            <a:endParaRPr lang="en-US" sz="2543" b="1" noProof="1">
              <a:solidFill>
                <a:srgbClr val="0070C0"/>
              </a:solidFill>
            </a:endParaRP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2241D53A-6814-16EA-6F48-6127E4A0462F}"/>
              </a:ext>
            </a:extLst>
          </p:cNvPr>
          <p:cNvSpPr/>
          <p:nvPr userDrawn="1"/>
        </p:nvSpPr>
        <p:spPr>
          <a:xfrm>
            <a:off x="18373966" y="25312269"/>
            <a:ext cx="2377129" cy="237600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5E14C28-2742-8952-2E69-28FC2C840F49}"/>
              </a:ext>
            </a:extLst>
          </p:cNvPr>
          <p:cNvSpPr txBox="1"/>
          <p:nvPr userDrawn="1"/>
        </p:nvSpPr>
        <p:spPr>
          <a:xfrm>
            <a:off x="3215176" y="28433020"/>
            <a:ext cx="14845499" cy="148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4526" b="1" dirty="0">
                <a:solidFill>
                  <a:srgbClr val="C00000"/>
                </a:solidFill>
              </a:rPr>
              <a:t>SILICON VALLEY</a:t>
            </a:r>
            <a:br>
              <a:rPr lang="pl-PL" sz="4526" b="1" dirty="0">
                <a:solidFill>
                  <a:srgbClr val="C00000"/>
                </a:solidFill>
              </a:rPr>
            </a:br>
            <a:r>
              <a:rPr lang="pl-PL" sz="4526" b="1" dirty="0" err="1">
                <a:solidFill>
                  <a:srgbClr val="C00000"/>
                </a:solidFill>
              </a:rPr>
              <a:t>June</a:t>
            </a:r>
            <a:r>
              <a:rPr lang="pl-PL" sz="4526" b="1" dirty="0">
                <a:solidFill>
                  <a:srgbClr val="C00000"/>
                </a:solidFill>
              </a:rPr>
              <a:t> 1–3, 2026</a:t>
            </a:r>
          </a:p>
        </p:txBody>
      </p:sp>
    </p:spTree>
    <p:extLst>
      <p:ext uri="{BB962C8B-B14F-4D97-AF65-F5344CB8AC3E}">
        <p14:creationId xmlns:p14="http://schemas.microsoft.com/office/powerpoint/2010/main" val="301940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8288E-BE86-8841-B117-A8F299265F79}" type="datetimeFigureOut">
              <a:rPr lang="pl-PL" smtClean="0"/>
              <a:t>29.04.2026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ADE75-DDC3-D142-BEFE-B26A6087CA2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062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21E85D5-73FE-106F-76A4-AD3111E5D708}"/>
              </a:ext>
            </a:extLst>
          </p:cNvPr>
          <p:cNvSpPr txBox="1"/>
          <p:nvPr/>
        </p:nvSpPr>
        <p:spPr>
          <a:xfrm>
            <a:off x="6832330" y="4130516"/>
            <a:ext cx="7652416" cy="9628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5657" dirty="0" err="1"/>
              <a:t>Title</a:t>
            </a:r>
            <a:r>
              <a:rPr lang="pl-PL" sz="5657" dirty="0"/>
              <a:t> of the </a:t>
            </a:r>
            <a:r>
              <a:rPr lang="pl-PL" sz="5657" dirty="0" err="1"/>
              <a:t>work</a:t>
            </a:r>
            <a:r>
              <a:rPr lang="pl-PL" sz="5657" dirty="0"/>
              <a:t> (40 pkt) 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C663B77-478E-BA33-CA6B-D5F536FD03D8}"/>
              </a:ext>
            </a:extLst>
          </p:cNvPr>
          <p:cNvSpPr txBox="1"/>
          <p:nvPr/>
        </p:nvSpPr>
        <p:spPr>
          <a:xfrm>
            <a:off x="7535739" y="5131695"/>
            <a:ext cx="5985036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960" dirty="0" err="1"/>
              <a:t>Name</a:t>
            </a:r>
            <a:r>
              <a:rPr lang="pl-PL" sz="3960" dirty="0"/>
              <a:t> and </a:t>
            </a:r>
            <a:r>
              <a:rPr lang="pl-PL" sz="3960" dirty="0" err="1"/>
              <a:t>Surname</a:t>
            </a:r>
            <a:r>
              <a:rPr lang="pl-PL" sz="3960" dirty="0"/>
              <a:t> (28 pkt)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4944C5B-602D-0E0E-4D0E-7F0ACC333D50}"/>
              </a:ext>
            </a:extLst>
          </p:cNvPr>
          <p:cNvSpPr txBox="1"/>
          <p:nvPr/>
        </p:nvSpPr>
        <p:spPr>
          <a:xfrm>
            <a:off x="8698022" y="6015393"/>
            <a:ext cx="3913957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960" dirty="0" err="1"/>
              <a:t>Affiliation</a:t>
            </a:r>
            <a:r>
              <a:rPr lang="pl-PL" sz="3960" dirty="0"/>
              <a:t> (28 pkt)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BC007EB-7265-9578-889C-A37B515AE9BC}"/>
              </a:ext>
            </a:extLst>
          </p:cNvPr>
          <p:cNvSpPr txBox="1"/>
          <p:nvPr/>
        </p:nvSpPr>
        <p:spPr>
          <a:xfrm>
            <a:off x="417592" y="7670880"/>
            <a:ext cx="7845674" cy="6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394" u="sng" dirty="0" err="1"/>
              <a:t>Summary</a:t>
            </a:r>
            <a:r>
              <a:rPr lang="pl-PL" sz="3394" u="sng" dirty="0"/>
              <a:t> </a:t>
            </a:r>
            <a:r>
              <a:rPr lang="pl-PL" sz="3394" dirty="0"/>
              <a:t>(24 pkt): </a:t>
            </a:r>
            <a:r>
              <a:rPr lang="pl-PL" sz="3394" dirty="0" err="1"/>
              <a:t>between</a:t>
            </a:r>
            <a:r>
              <a:rPr lang="pl-PL" sz="3394" dirty="0"/>
              <a:t> 5 and  10 lines </a:t>
            </a:r>
          </a:p>
        </p:txBody>
      </p:sp>
    </p:spTree>
    <p:extLst>
      <p:ext uri="{BB962C8B-B14F-4D97-AF65-F5344CB8AC3E}">
        <p14:creationId xmlns:p14="http://schemas.microsoft.com/office/powerpoint/2010/main" val="120871225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 2013–2022">
  <a:themeElements>
    <a:clrScheme name="Motyw pakietu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</TotalTime>
  <Words>30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Motyw pakietu Office 2013–2022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Anna Timofiejczuk</dc:creator>
  <cp:lastModifiedBy>Jacek Chmielewski</cp:lastModifiedBy>
  <cp:revision>11</cp:revision>
  <dcterms:created xsi:type="dcterms:W3CDTF">2024-06-10T14:32:20Z</dcterms:created>
  <dcterms:modified xsi:type="dcterms:W3CDTF">2026-04-29T18:05:30Z</dcterms:modified>
</cp:coreProperties>
</file>